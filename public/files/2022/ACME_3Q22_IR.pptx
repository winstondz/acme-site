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Q3 2022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$196M | Net income $65M | EPS $1.25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Q3 2022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