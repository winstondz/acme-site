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Q4 2022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$200M | Net income $65M | EPS $1.25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Q4 2022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