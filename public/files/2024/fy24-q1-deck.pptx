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Q1 2024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$219M | Net income $79M | EPS $1.52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Q1 2024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