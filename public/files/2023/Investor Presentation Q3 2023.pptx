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Q3 2023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$212M | Net income $72M | EPS $1.38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Q3 2023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